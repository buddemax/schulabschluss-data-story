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Max Budde (Teil 1 - Befund, ca. 5 Min). Begrüßung. Kernthese: Schulabschluss ist nicht nur Ländersache - Bildungsrisiken entscheiden sich LOKAL. Kurz Team (Budde/Kanto/Ziegler) und Modul W2-AA nennen. Überleitung zur 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Budde. Vision: Wir verfolgen Abschlüsse von der Bundesland- bis auf die Kreisebene und verknüpfen sie mit Schulstruktur, Ausgaben und Arbeitsmarkt. Daten-Flow am Schaubild durchgehen: INPUT -&gt; OUTPUT -&gt; ÜBERGANG -&gt; ERGEBNIS. Betonen: ausschließlich offene Daten (Destatis/Regionalstatistik), kein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Budde. Die 9 Leitfragen in 3 Blöcken vorstellen: Befund (ich), Struktur (John), Ökonomie (Aaron). Nur kurz anreißen - Details folgen je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 - LF1. Sachsen-Anhalt führt 2023 mit 12,7 % Abgängen ohne Hauptschulabschluss; Ost-Flächenländer + Bremen/SH oben, Bayern am niedrigsten (5,4 %). Anstieg 2022 (11,3 %) -&gt; 2023 (12,7 %). Wert in Power BI und unabhängig gegen die amtlichen Quellwerte verifiziert.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Max Budde - LF2/LF3. Es ist auch ein Kreisproblem: Hotspots Anhalt-Bitterfeld 16,8 %, Pirmasens 16,5 %. Der Boxplot zeigt: starke Streuung INNERHALB der Länder (z. B. Rheinland-Pfalz Spannweite 12,7 pp). Landesdurchschnitt verdeckt lokale Extreme. Übergabe an John Kanto.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John Kanto (Teil 2 - Struktur, ca. 5 Min). LF4 Geschlechtergefälle: ohne HSA Jungen 8,4 % vs. Mädchen 5,8 %; Abitur Mädchen 37,1 % vs. Jungen 29,3 %. Gefälle in beide Richtungen (DE 2023).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 Kanto - LF5 Schulartmix (DE 2023, Σ=100 %): Grundschulen 35,2 %, Gymnasien 25,9 %, Integr. Gesamtschulen 13,1 %. Der Gymnasial-/Gesamtschulanteil prägt die Abiturquote 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 Kanto - LF6. Die Wertung kippt: absolut führt NRW (meiste Fälle), relativ (je 1.000 der 15-18-Jährigen) führt Sachsen-Anhalt. Kleine Ost-Länder und Bremen rücken nach vorn. Relative Betrachtung ist fairer. Übergabe an Aaron Ziegler.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Sprecher: Aaron Ziegler (Teil 3 - Ökonomie, ca. 5 Min). LF7 Ausgaben je Schüler: Gymnasien/Gesamtschulen am teuersten (~11 Tsd €), Grundschulen ~8,4 Tsd €. Nach Bundesland führen die Stadtstaaten (Berlin/Hamburg).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LF8. Mehr Ausgaben je Schüler gehen mit höherer Abiturquote einher: r = +0,61 über 16 Bundesländer; mit der Quote ohne HSA r = -0,33. WICHTIG: Zusammenhang, KEINE Kausalität; Strukturkosten der Stadtstaaten beachten.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LF9. Risiko-Kreise verbinden hohes Bildungsrisiko (ohne HSA) und hohe Jugend-Arbeitslosigkeit: u. a. Pirmasens, Gelsenkirchen, Mansfeld-Südharz. Score z-standardisiert, gleich gewichtet. Jahresversatz 2023&lt;-&gt;2025 transparent dokumentiert.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Datenqualität &amp; Methodik. 6 offene Quellen, jede Kennzahl unabhängig gegen die amtlichen Quellwerte nachgerechnet; Konsistenz/Plausibilität geprüft, Missing nie als 0. Behobene Datenfehler transparent dokumentiert (DQ8-DQ11): Dezimal-Locale (Jugend-ALQ x10), Whitespace-Join (Ausgaben), Jahresbezug 2023. Sternschema: 4 Kern-Fakten + 4 Dimensionen.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Fazit. Kernbotschaften zusammenführen: Niveau = Länderpolitik, aber Risiken sind lokal; Streuung; relative Betrachtung verändert das Ranking; Ausgaben-Zusammenhang ohne Kausalbeweis; Risiko-Kreise. Schlusssatz: Bildungsinvestitionen wirken nur, wenn sie lokal in Abschlüsse, Übergänge und Einkommen übersetzt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Ziegler - Dank und Überleitung zur Diskussion. Für Rückfragen bereitstehen; Team nochmals nennen.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Schulabschluss ist</a:t>
            </a:r>
          </a:p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FFFFF"/>
                </a:solidFill>
                <a:latin typeface="Cambria"/>
              </a:rPr>
              <a:t>nicht nur Ländersache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CADCFC"/>
                </a:solidFill>
                <a:latin typeface="Calibri"/>
              </a:rPr>
              <a:t>Wo Bildungsrisiken lokal sichtbar werden — eine Data Story mit offenen Daten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Max Budde · John Kanto · Aaron Ziegler   |   HTW Berlin · W2-AA Analytische Anwendungen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6492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222222"/>
                </a:solidFill>
                <a:latin typeface="Calibri"/>
              </a:rPr>
              <a:t>Bildungserfolg in Deutschland ist kein reines Länderphänomen — er wird lokal entschieden. Mit offenen Daten von Destatis und der Regionalstatistik verfolgen wir Schulabschlüsse von der Bundesland- bis auf die Kreisebene und verknüpfen sie mit Schulstruktur, Bildungsausgaben und Arbeitsmarkt.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206240"/>
            <a:ext cx="2468880" cy="1143000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INPUT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Ausgaben · Schulstruktur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452627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206240"/>
            <a:ext cx="2468880" cy="1143000"/>
          </a:xfrm>
          <a:prstGeom prst="roundRect">
            <a:avLst/>
          </a:prstGeom>
          <a:solidFill>
            <a:srgbClr val="6B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Abschlüsse · Abgänge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452627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4206240"/>
            <a:ext cx="2468880" cy="1143000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ÜBERGANG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Berufsschule · Ausbildung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4526279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66666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89136" y="4206240"/>
            <a:ext cx="2468880" cy="1143000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ERGEBNIS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Einkommen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Leitfragen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566160" cy="384048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DER BEFUND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Welche Bundesländer führen 22/23 &amp; 23/24 bei Abgängern ohne Abschluss?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Wo ist der Anteil ohne Hauptschulabschluss am höchsten?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Länder- oder Kreisproblem: Wie stark streuen die Kreise?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463040"/>
            <a:ext cx="356616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DIE STRUKTUR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5112" y="205740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Schneiden Jungen und Mädchen unterschiedlich ab?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Wie prägt der Schulartmix die Abschlussverteilung?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Ändert sich die Wertung relativ statt absolut?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463040"/>
            <a:ext cx="356616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DAS ÖKONOMISCHE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1583" y="205740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Wie verteilen sich die Bildungsausgaben nach Bereich?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Mehr Ausgaben je Schüler, bessere Abschlüsse?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•  Welche Kreise verbinden Bildungsrisiko, Arbeitslosigkeit &amp; niedriges Einkommen?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1 · BEFUND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LF1 — Sachsen-Anhalt führt bei Abgängen ohne Abschluss</a:t>
            </a:r>
          </a:p>
        </p:txBody>
      </p:sp>
      <p:pic>
        <p:nvPicPr>
          <p:cNvPr id="5" name="Picture 4" descr="pbi_l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49294"/>
            <a:ext cx="5943600" cy="25481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Ost-Flächenländer + Bremen/SH an der Spitze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Sachsen-Anhalt 2022: 11,3 % → 2023: 12,7 %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Bayern am niedrigsten (5,4 %)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Anteil bundesweit leicht steigend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072B2"/>
                </a:solidFill>
                <a:latin typeface="Cambria"/>
              </a:rPr>
              <a:t>12,7 %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Sachsen-Anhalt 2023 ohne Hauptschulabschluss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1 · BEFUND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LF2/LF3 — Es ist auch ein Kreisproblem</a:t>
            </a:r>
          </a:p>
        </p:txBody>
      </p:sp>
      <p:pic>
        <p:nvPicPr>
          <p:cNvPr id="5" name="Picture 4" descr="pbi_l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31823"/>
            <a:ext cx="5943600" cy="37830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Hotspots: Anhalt-Bitterfeld 16,8 %, Pirmasens 16,5 %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Starke Streuung INNERHALB der Länder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Rheinland-Pfalz: Spannweite 12,7 Prozentpunkte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Landesdurchschnitt verdeckt lokale Extreme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0072B2"/>
                </a:solidFill>
                <a:latin typeface="Cambria"/>
              </a:rPr>
              <a:t>12,7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größte Kreis-Spannweite (Rheinland-Pfalz)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2 ·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LF4 — Jungen öfter ohne Abschluss, Mädchen öfter Abitur</a:t>
            </a:r>
          </a:p>
        </p:txBody>
      </p:sp>
      <p:pic>
        <p:nvPicPr>
          <p:cNvPr id="5" name="Picture 4" descr="pbi_l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99127"/>
            <a:ext cx="5943600" cy="3848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Ohne HSA: Jungen 8,4 % vs. Mädchen 5,8 %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Abitur: Mädchen 37,1 % vs. Jungen 29,3 %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Geschlechtergefälle in beide Richtungen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Deutschland, Abgangsjahr 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69F00"/>
                </a:solidFill>
                <a:latin typeface="Cambria"/>
              </a:rPr>
              <a:t>+7,8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Abitur-Vorsprung der Mädchen (DE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2 ·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LF5 — Der Schulartmix prägt die Abschlussstruktur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35,2 %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Grundschulen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25,9 %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Gymnasien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13,1 %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Integr. Gesamtschulen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8,8 %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Realschulen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3,9 %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Förderschulen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3,8 %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Hauptschulen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Schüleranteil je Schulart (Deutschland 2023): Gymnasial-/Gesamtschulanteil bestimmt die Abiturquote mit.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2 · 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LF6 — Die Wertung kippt: absolut vs. relativ</a:t>
            </a:r>
          </a:p>
        </p:txBody>
      </p:sp>
      <p:pic>
        <p:nvPicPr>
          <p:cNvPr id="5" name="Picture 4" descr="pbi_l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17808"/>
            <a:ext cx="5943600" cy="4211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Absolut führt NRW (11.835 ohne HSA)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Relativ (je 1.000 der 15–18-Jährigen) führt Sachsen-Anhalt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Kleine Ost-Länder &amp; Bremen rücken nach vorn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Relative Betrachtung ist fairer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69F00"/>
                </a:solidFill>
                <a:latin typeface="Cambria"/>
              </a:rPr>
              <a:t>Rang kippt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NRW #1 absolut → Sachsen-Anhalt #1 relativ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65176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3 · ÖKONOMISCH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LF7 — Bildungsausgaben je Schüler nach Schulart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8.400 €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Grundschulen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9.700 €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Realschulen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201168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219456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10.900 €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7" y="297180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Gymnasien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10.600 €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Mehrere Bildungsg.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11.600 €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Integr. Gesamtschulen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3931920"/>
            <a:ext cx="3474720" cy="164592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39" y="411480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55277"/>
                </a:solidFill>
                <a:latin typeface="Cambria"/>
              </a:rPr>
              <a:t>10.500 €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489204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222222"/>
                </a:solidFill>
                <a:latin typeface="Calibri"/>
              </a:rPr>
              <a:t>Alle Schularten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66666"/>
                </a:solidFill>
                <a:latin typeface="Calibri"/>
              </a:rPr>
              <a:t>Ausgaben je Schüler:in (Deutschland 2023). Gymnasien &amp; Gesamtschulen am teuersten.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3 · ÖKONOMISCH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LF8 — Mehr Geld = mehr Abitur? Nur scheinbar</a:t>
            </a:r>
          </a:p>
        </p:txBody>
      </p:sp>
      <p:pic>
        <p:nvPicPr>
          <p:cNvPr id="5" name="Picture 4" descr="pbi_l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04677"/>
            <a:ext cx="5943600" cy="3037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r = +0,61 über alle 16 BL (p=0,01) …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… aber OHNE Stadtstaaten: r = −0,36 (n.s.)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Positiver Eindruck = Stadtstaaten-Artefakt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n=16 → kein robuster Befund, keine Kausalität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55277"/>
                </a:solidFill>
                <a:latin typeface="Cambria"/>
              </a:rPr>
              <a:t>Artefakt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Stadtstaaten treiben die Trendlinie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377440" cy="384048"/>
          </a:xfrm>
          <a:prstGeom prst="roundRect">
            <a:avLst/>
          </a:prstGeom>
          <a:solidFill>
            <a:srgbClr val="5552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TEIL 3 · ÖKONOMISCH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E2761"/>
                </a:solidFill>
                <a:latin typeface="Cambria"/>
              </a:rPr>
              <a:t>LF9 — Risiko-Kreise: Bildung trifft Arbeitsmarkt</a:t>
            </a:r>
          </a:p>
        </p:txBody>
      </p:sp>
      <p:pic>
        <p:nvPicPr>
          <p:cNvPr id="5" name="Picture 4" descr="pbi_l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36333"/>
            <a:ext cx="5943600" cy="31740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9202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 Pirmasens, Gelsenkirchen, Mansfeld-Südharz führen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Hohe Quote ohne HSA + hohe Jugend-ALQ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Score z-standardisiert, gleich gewichtet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500" b="0">
                <a:solidFill>
                  <a:srgbClr val="222222"/>
                </a:solidFill>
                <a:latin typeface="Calibri"/>
              </a:rPr>
              <a:t>•  Jahresversatz 2023↔2025 dokumentiert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394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555277"/>
                </a:solidFill>
                <a:latin typeface="Cambria"/>
              </a:rPr>
              <a:t>Top-Risiko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5715000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Pirmasens: 16,5 % ohne HSA · 12,2 % Jugend-ALQ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66666"/>
                </a:solidFill>
                <a:latin typeface="Calibri"/>
              </a:rPr>
              <a:t>Quelle: Destatis/Regionalstatistik (offene Daten), Abruf 2026-06-29 · eigene Berechnung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E2761"/>
                </a:solidFill>
                <a:latin typeface="Cambria"/>
              </a:rPr>
              <a:t>Datenqualität &amp; Methodik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6916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6 offene Quellen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377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Destatis &amp; Regionalstatistik, kein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16916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Doppelte Absicherung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377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jede Kennzahl gegen amtliche Quellwerte nachgerechnet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463040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69164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Konsistenz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5" y="2377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12/14 Länder: Kreis-Σ = Land exakt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9776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Plausibilität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663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Σ Abschlussarten = Insgesamt (DE exakt)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49039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9776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Encoding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663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Windows-1252 → UTF-8 sauber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749039"/>
            <a:ext cx="3474720" cy="2011680"/>
          </a:xfrm>
          <a:prstGeom prst="round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977639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E2761"/>
                </a:solidFill>
                <a:latin typeface="Cambria"/>
              </a:rPr>
              <a:t>Geheimhaltung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466344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22222"/>
                </a:solidFill>
                <a:latin typeface="Calibri"/>
              </a:rPr>
              <a:t>–/./x als Missing, nie als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66666"/>
                </a:solidFill>
                <a:latin typeface="Calibri"/>
              </a:rPr>
              <a:t>Sternschema: 4 Fakten (Abgänge, Schule, Arbeitsmarkt, Ausgaben) + 4 Dimensionen (Region, Zeit, Abschluss, Schulart).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424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 Bundeslandpolitik prägt das Niveau — aber Bildungsrisiken entscheiden sich LOKAL.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Starke Kreis-Streuung: Landesdurchschnitte verdecken Hotspots.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Relative Betrachtung verändert die Rangfolge der Länder grundlegend.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Mehr Ausgaben gehen mit höheren Abiturquoten einher — kein Kausalbeweis.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 Risiko-Kreise verbinden Bildungsrisiko und Jugendarbeitslosigkeit.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607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CADCFC"/>
                </a:solidFill>
                <a:latin typeface="Calibri"/>
              </a:rPr>
              <a:t>Bildungsinvestitionen wirken nur, wenn sie lokal in Abschlüsse, Übergänge und Einkommen übersetzt werden.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Danke!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319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Max Budde · John Kanto · Aaron Ziegler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572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HTW Berlin · W2-AA Analytische Anwendungen · Prof. Dr. Kempa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